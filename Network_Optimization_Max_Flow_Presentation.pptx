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87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NETWORK OPTIMIZATION SYSTEM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Maximum Flow using the Max-Flow Min-Cut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40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E1F5"/>
                </a:solidFill>
              </a:defRPr>
            </a:pPr>
            <a:r>
              <a:t>Flow Networks • Augmenting Paths • Residual Graphs •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flow network represents how a resource moves from a source to a destination.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Each directed edge has a capacity that limits the amount of flow it can carry.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system finds the maximum possible flow from the source to the destination.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application also visualizes augmenting paths and the residual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Network Optimization System is an algorithmic application for solving the maximum-flow problem.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It models vertices, directed edges, capacities, source and sink nodes.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An augmenting-path method repeatedly sends additional flow while an improving path exists.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final result satisfies capacity constraints and flow conservation.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project demonstrates the relationship between maximum flow and minimum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Given a directed flow network with capacities, determine the largest amount of flow that can reach the destination.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Respect edge-capacity constraints: flow cannot exceed an edge's capacity.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Respect flow conservation: for intermediate vertices, incoming flow equals outgoing flow.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Show how each augmentation changes the residual network and total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Build a simple model for a capacitated directed network.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Compute maximum flow between a source and sink.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Identify and display augmenting paths.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Construct and update the residual network after every augmentation.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Verify the Max-Flow Min-Cut relationship.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Provide an educational visualization of the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1. Network Input Module – accepts vertices, edges and capacities.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2. Flow Algorithm Module – finds augmenting paths and updates flow.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3. Residual Graph Module – maintains remaining forward and reverse capacities.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4. Visualization Module – displays paths, capacities and residual edges.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5. Result Module – reports maximum flow and the corresponding minimum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Max-Flow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Initialize all edge flows to zero.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Build the residual graph using remaining capacities.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Search for an augmenting path from source to sink.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Find the bottleneck capacity on that path.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Add the bottleneck flow to the total flow and update residual capacities.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Repeat until no augmenting path remains.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resulting total flow is the maximum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Example Flow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69B4"/>
                </a:solidFill>
              </a:defRPr>
            </a:pPr>
            <a:r>
              <a:t>Illustrative capacities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743200"/>
            <a:ext cx="685800" cy="685800"/>
          </a:xfrm>
          <a:prstGeom prst="ellipse">
            <a:avLst/>
          </a:prstGeom>
          <a:solidFill>
            <a:srgbClr val="EEF5FC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62D4E"/>
                </a:solidFill>
              </a:defRPr>
            </a:pPr>
            <a:r>
              <a:t>S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1554480"/>
            <a:ext cx="685800" cy="685800"/>
          </a:xfrm>
          <a:prstGeom prst="ellipse">
            <a:avLst/>
          </a:prstGeom>
          <a:solidFill>
            <a:srgbClr val="EEF5FC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62D4E"/>
                </a:solidFill>
              </a:defRPr>
            </a:pPr>
            <a: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4114800"/>
            <a:ext cx="685800" cy="685800"/>
          </a:xfrm>
          <a:prstGeom prst="ellipse">
            <a:avLst/>
          </a:prstGeom>
          <a:solidFill>
            <a:srgbClr val="EEF5FC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62D4E"/>
                </a:solidFill>
              </a:defRPr>
            </a:pPr>
            <a: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554480"/>
            <a:ext cx="685800" cy="685800"/>
          </a:xfrm>
          <a:prstGeom prst="ellipse">
            <a:avLst/>
          </a:prstGeom>
          <a:solidFill>
            <a:srgbClr val="EEF5FC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62D4E"/>
                </a:solidFill>
              </a:defRPr>
            </a:pPr>
            <a: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4114800"/>
            <a:ext cx="685800" cy="685800"/>
          </a:xfrm>
          <a:prstGeom prst="ellipse">
            <a:avLst/>
          </a:prstGeom>
          <a:solidFill>
            <a:srgbClr val="EEF5FC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62D4E"/>
                </a:solidFill>
              </a:defRPr>
            </a:pPr>
            <a: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2743200"/>
            <a:ext cx="685800" cy="685800"/>
          </a:xfrm>
          <a:prstGeom prst="ellipse">
            <a:avLst/>
          </a:prstGeom>
          <a:solidFill>
            <a:srgbClr val="EEF5FC"/>
          </a:solidFill>
          <a:ln>
            <a:solidFill>
              <a:srgbClr val="2C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62D4E"/>
                </a:solidFill>
              </a:defRPr>
            </a:pPr>
            <a:r>
              <a:t>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444752" y="1901952"/>
            <a:ext cx="2560320" cy="118872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4600" y="21031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090672"/>
            <a:ext cx="2560320" cy="137160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4600" y="33832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05072" y="1901952"/>
            <a:ext cx="2743200" cy="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6360" y="1508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05072" y="1901952"/>
            <a:ext cx="2743200" cy="256032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66360" y="2788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005072" y="1901952"/>
            <a:ext cx="2743200" cy="256032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2788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05072" y="4462272"/>
            <a:ext cx="2743200" cy="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66360" y="4069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48272" y="1901952"/>
            <a:ext cx="3200400" cy="118872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38160" y="21031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748272" y="3090672"/>
            <a:ext cx="3200400" cy="1371600"/>
          </a:xfrm>
          <a:prstGeom prst="line">
            <a:avLst/>
          </a:prstGeom>
          <a:ln>
            <a:solidFill>
              <a:srgbClr val="2C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38160" y="33832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D4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Augmenting Path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An augmenting path is a source-to-sink path with available residual capacity on every edge.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bottleneck is the smallest residual capacity on the selected path.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Example: S → A → C → T has capacities 10, 6 and 8, so the path can add 6 units.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After augmentation, the residual capacities are updated for the next iteration.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Residual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Forward residual capacity = original capacity − current flow.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reverse residual edge represents the ability to cancel or reroute previously assigned flow.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Residual edges allow the algorithm to correct earlier choices.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When no source-to-sink path remains in the residual graph, the maximum flow has been reached.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Max-Flow Min-Cut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cut divides the network into two sets: one containing the source and the other containing the sink.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capacity of a cut is the sum of capacities of edges crossing from the source side to the sink side.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Max-Flow Min-Cut theorem states that maximum flow equals minimum cut capacity.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theorem provides a useful way to verify the computed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Hardware &amp; Software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Hardware: Standard computer/laptop, keyboard and display.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Software: Windows/Linux/macOS.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Programming language: C++, Java or Python.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Graph/visualization: GUI or web-based graph library.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Development tools: VS Code, IntelliJ IDEA, PyCharm or similar IDE.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 specialized hardware is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Computer and communication network bandwidth allocation.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Transportation and traffic-flow optimization.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Water distribution and pipeline capacity planning.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Supply-chain and logistics optimization.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Bipartite matching and resource assignment.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Network reliability and infrastructure planning.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Advantages: mathematically reliable, scalable to many graph problems, supports visualization, and clearly demonstrates optimization.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Advantages: residual networks make rerouting decisions understandable.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Limitations: very large graphs can require more computation and more complex visualization.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Limitations: the quality of results depends on correctly defined capacities and network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Network Optimization System computes the maximum transferable flow between a source and destination.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Augmenting paths and residual networks explain how the solution is constructed.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Flow conservation and capacity constraints ensure a valid flow.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Max-Flow Min-Cut theorem provides a strong correctness check.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project combines algorithms, graph theory and visualization into a practical optimization tool.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E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37744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62D4E"/>
                </a:solidFill>
              </a:defRPr>
            </a:pPr>
            <a:r>
              <a:t>Questions?</a:t>
            </a:r>
          </a:p>
          <a:p>
            <a:pPr algn="ctr">
              <a:defRPr sz="1800">
                <a:solidFill>
                  <a:srgbClr val="2C69B4"/>
                </a:solidFill>
              </a:defRPr>
            </a:pPr>
            <a:r>
              <a:t>Network Optimization • Maximum Flow • Minimum Cut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